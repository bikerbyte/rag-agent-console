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architecture screenshot and PowerPoint: /mnt/data/architecture-overview.png ; /mnt/data/architecture-overview.pptx
- Repository README for feature set and system context: https://github.com/Bikerbyte/Baseball_Bot/blob/main/README.md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6120" y="3200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CPBL Telegram Assistant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0" y="7498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5146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AAB6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514600" cy="713232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Telegram Users /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Groups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06624" y="16276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19659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/today /team /follow /news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• receive scheduled notifications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22402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2CC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8587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Telegram Bot Platform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86200" y="2286000"/>
            <a:ext cx="3703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AAB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4871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ASP.NET Core Monolith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86200" y="2816352"/>
            <a:ext cx="37033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96512" y="2962656"/>
            <a:ext cx="310896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Telegram command handling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scheduled CPBL data sync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notification scheduler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Razor Pages admin console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75320" y="2423160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AAB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606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CPBL Official Source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75320" y="2926080"/>
            <a:ext cx="27889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3090672"/>
            <a:ext cx="20116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schedules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live scores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standings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news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86200" y="4572000"/>
            <a:ext cx="3703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AAB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4754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PostgreSQL Database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86200" y="5120640"/>
            <a:ext cx="37033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5321808"/>
            <a:ext cx="14173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games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news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subscriptions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97880" y="5321808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standings cache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</a:rPr>
              <a:t>• logs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6053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Deployment note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63825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Single ASP.NET Core application running on a single host. PostgreSQL stores game data, user subscriptions, and logs.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</a:rPr>
              <a:t>Background jobs remain in-process to keep deployment and maintenance simple at the current scale.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3200400" y="1874520"/>
            <a:ext cx="6766560" cy="0"/>
          </a:xfrm>
          <a:prstGeom prst="line">
            <a:avLst/>
          </a:prstGeom>
          <a:noFill/>
          <a:ln w="12700">
            <a:solidFill>
              <a:srgbClr val="5C6C80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742432" y="1874520"/>
            <a:ext cx="0" cy="365760"/>
          </a:xfrm>
          <a:prstGeom prst="line">
            <a:avLst/>
          </a:prstGeom>
          <a:noFill/>
          <a:ln w="12700">
            <a:solidFill>
              <a:srgbClr val="5C6C8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12680" y="1874520"/>
            <a:ext cx="0" cy="457200"/>
          </a:xfrm>
          <a:prstGeom prst="line">
            <a:avLst/>
          </a:prstGeom>
          <a:noFill/>
          <a:ln w="12700">
            <a:solidFill>
              <a:srgbClr val="5C6C8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719072" y="2898648"/>
            <a:ext cx="0" cy="832104"/>
          </a:xfrm>
          <a:prstGeom prst="line">
            <a:avLst/>
          </a:prstGeom>
          <a:noFill/>
          <a:ln w="12700">
            <a:solidFill>
              <a:srgbClr val="5C6C8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063240" y="3977640"/>
            <a:ext cx="777240" cy="0"/>
          </a:xfrm>
          <a:prstGeom prst="line">
            <a:avLst/>
          </a:prstGeom>
          <a:noFill/>
          <a:ln w="12700">
            <a:solidFill>
              <a:srgbClr val="5C6C8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71232" y="3310128"/>
            <a:ext cx="685800" cy="0"/>
          </a:xfrm>
          <a:prstGeom prst="line">
            <a:avLst/>
          </a:prstGeom>
          <a:noFill/>
          <a:ln w="12700">
            <a:solidFill>
              <a:srgbClr val="5C6C80"/>
            </a:solidFill>
            <a:prstDash val="solid"/>
            <a:headEnd type="triangl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742432" y="4069080"/>
            <a:ext cx="0" cy="502920"/>
          </a:xfrm>
          <a:prstGeom prst="line">
            <a:avLst/>
          </a:prstGeom>
          <a:noFill/>
          <a:ln w="12700">
            <a:solidFill>
              <a:srgbClr val="5C6C80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CPBL Telegram Assistant - System Architecture</dc:title>
  <dc:subject>CPBL Telegram Assistant System Architecture</dc:subject>
  <dc:creator>OpenAI</dc:creator>
  <cp:lastModifiedBy>OpenAI</cp:lastModifiedBy>
  <cp:revision>1</cp:revision>
  <dcterms:created xsi:type="dcterms:W3CDTF">2026-04-06T08:22:04Z</dcterms:created>
  <dcterms:modified xsi:type="dcterms:W3CDTF">2026-04-06T08:22:04Z</dcterms:modified>
</cp:coreProperties>
</file>